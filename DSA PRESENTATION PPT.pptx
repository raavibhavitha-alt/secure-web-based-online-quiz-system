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61" r:id="rId4"/>
    <p:sldId id="314" r:id="rId5"/>
    <p:sldId id="322" r:id="rId6"/>
    <p:sldId id="323" r:id="rId7"/>
    <p:sldId id="266" r:id="rId8"/>
    <p:sldId id="341" r:id="rId9"/>
    <p:sldId id="342" r:id="rId10"/>
    <p:sldId id="343" r:id="rId11"/>
    <p:sldId id="344" r:id="rId12"/>
    <p:sldId id="345" r:id="rId13"/>
    <p:sldId id="346" r:id="rId14"/>
    <p:sldId id="340" r:id="rId15"/>
    <p:sldId id="350" r:id="rId16"/>
    <p:sldId id="347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INSTRUCTIONS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Font size 22 to 28 and Font Style </a:t>
            </a:r>
            <a:r>
              <a:rPr lang="en-IN" b="0" i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/>
              <a:t>(body)</a:t>
            </a:r>
            <a:endParaRPr lang="en-IN"/>
          </a:p>
          <a:p>
            <a:r>
              <a:rPr lang="en-IN"/>
              <a:t>Do not change the Template: Heading / Title of the slides</a:t>
            </a:r>
            <a:endParaRPr lang="en-IN"/>
          </a:p>
          <a:p>
            <a:r>
              <a:rPr lang="en-IN"/>
              <a:t>Do not change font style or colours</a:t>
            </a:r>
            <a:endParaRPr lang="en-IN"/>
          </a:p>
          <a:p>
            <a:r>
              <a:rPr lang="en-IN"/>
              <a:t>Do not copy paste paragraphs: use only Bullet Points</a:t>
            </a:r>
            <a:endParaRPr lang="en-IN"/>
          </a:p>
          <a:p>
            <a:r>
              <a:rPr lang="en-IN"/>
              <a:t>Maximum slide Limit is 20 only</a:t>
            </a:r>
            <a:endParaRPr lang="en-IN"/>
          </a:p>
          <a:p>
            <a:r>
              <a:rPr lang="en-IN"/>
              <a:t>As per the number of supervisor allotted adopt slide-2 or slide-3</a:t>
            </a:r>
            <a:endParaRPr lang="en-IN"/>
          </a:p>
          <a:p>
            <a:r>
              <a:rPr lang="en-IN"/>
              <a:t>Please display the required meaningful Content or images or tables </a:t>
            </a:r>
            <a:endParaRPr lang="en-IN"/>
          </a:p>
          <a:p>
            <a:r>
              <a:rPr lang="en-IN"/>
              <a:t>Change the footer accordingly using insert tab then click on header &amp; footer tab and edit it</a:t>
            </a:r>
            <a:endParaRPr lang="en-IN"/>
          </a:p>
          <a:p>
            <a:r>
              <a:rPr lang="en-IN"/>
              <a:t>Save the PPT with Register No, Dept and Review no,  example: </a:t>
            </a:r>
            <a:r>
              <a:rPr lang="en-US"/>
              <a:t>23xxxxxxxxx_CSE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>
                <a:solidFill>
                  <a:srgbClr val="0070C0"/>
                </a:solidFill>
                <a:latin typeface="+mn-lt"/>
                <a:cs typeface="Arial" panose="020B0604020202020204"/>
              </a:rPr>
              <a:t>Title: Secure Web Based Online Quiz System  </a:t>
            </a:r>
            <a:endParaRPr lang="en-US" sz="2400">
              <a:solidFill>
                <a:srgbClr val="0070C0"/>
              </a:solidFill>
              <a:latin typeface="+mn-lt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692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/>
              <a:t>          Student Name: Raavi Bhavitha</a:t>
            </a:r>
            <a:endParaRPr lang="en-US" sz="9600"/>
          </a:p>
          <a:p>
            <a:pPr marL="0" indent="0" algn="ctr">
              <a:buNone/>
            </a:pPr>
            <a:r>
              <a:rPr lang="en-US" sz="9600"/>
              <a:t>Student ID: 2520030489</a:t>
            </a:r>
            <a:endParaRPr lang="en-US" sz="2400"/>
          </a:p>
          <a:p>
            <a:pPr marL="0" indent="0" algn="ctr">
              <a:buNone/>
            </a:pPr>
            <a:r>
              <a:rPr lang="en-US" sz="11200"/>
              <a:t>Cluster: 3</a:t>
            </a:r>
            <a:endParaRPr lang="en-US" sz="11200"/>
          </a:p>
          <a:p>
            <a:pPr marL="0" indent="0" algn="ctr">
              <a:buNone/>
            </a:pPr>
            <a:r>
              <a:rPr lang="en-US" sz="11200"/>
              <a:t>Section: 9</a:t>
            </a:r>
            <a:endParaRPr lang="en-US" sz="1120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</a:fld>
            <a:endParaRPr lang="en-US"/>
          </a:p>
        </p:txBody>
      </p:sp>
      <p:pic>
        <p:nvPicPr>
          <p:cNvPr id="12" name="Picture 11" descr="A picture containing shape  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3144" y="5425372"/>
            <a:ext cx="1725712" cy="930978"/>
          </a:xfrm>
          <a:prstGeom prst="rect">
            <a:avLst/>
          </a:prstGeom>
        </p:spPr>
      </p:pic>
      <p:sp>
        <p:nvSpPr>
          <p:cNvPr id="13" name="Content Placeholder 3"/>
          <p:cNvSpPr txBox="1"/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/>
              <a:t>Under the Guidance </a:t>
            </a:r>
            <a:endParaRPr lang="en-US" sz="8600"/>
          </a:p>
          <a:p>
            <a:pPr marL="0" indent="0" algn="ctr">
              <a:buNone/>
            </a:pPr>
            <a:r>
              <a:rPr lang="en-US" sz="8600"/>
              <a:t>of 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Supervisor Name: </a:t>
            </a:r>
            <a:r>
              <a:rPr lang="en-US" sz="8600" err="1">
                <a:solidFill>
                  <a:srgbClr val="00B050"/>
                </a:solidFill>
              </a:rPr>
              <a:t>Mrs.Surekha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Assistant Professor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Department of CSE</a:t>
            </a:r>
            <a:endParaRPr lang="en-US" sz="860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OUTLINE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6200"/>
              <a:t>Abstract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Existing System 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Proposed System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System Architecture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Project Modules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Objectives 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Co’s Attainments - FWD</a:t>
            </a:r>
            <a:endParaRPr lang="en-IN" sz="6200"/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Co1</a:t>
            </a:r>
            <a:endParaRPr lang="en-IN" sz="6200"/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Co2 …….. 5. Co5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Co’s Attainments - DSA</a:t>
            </a:r>
            <a:endParaRPr lang="en-IN" sz="6200"/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Co1</a:t>
            </a:r>
            <a:endParaRPr lang="en-IN" sz="6200"/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Co2 …….. 5. Co5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Screen Shots for FWD &amp; DSA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Conclusion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Geo-Tagged Photos</a:t>
            </a:r>
            <a:endParaRPr lang="en-IN" sz="6200"/>
          </a:p>
          <a:p>
            <a:pPr marL="514350" indent="-514350">
              <a:buFont typeface="+mj-lt"/>
              <a:buAutoNum type="arabicPeriod"/>
            </a:pPr>
            <a:endParaRPr lang="en-IN" sz="6200"/>
          </a:p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Abstract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0" lvl="3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Secure Web-Based Online Quiz System is a web application for conducting online exams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register, log in, and attempt quizzes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JavaScript, Java, and MySQL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Covers all five Course Outcomes (CO1–CO5) of FWD and DSA subjects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authentication and controlled access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exam management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and reliable online assessments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Existing System 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31001" y="1994497"/>
            <a:ext cx="9699533" cy="336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exams conducted using paper-based methods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 requires significant time and effort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human error during result calculation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large numbers of students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automatic feedback or instant result generation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Question papers may get leaked or misplaced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 for conducting remote exams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Proposed System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for conducting quizzes online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access exams through secure login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create, update, and delete quiz questions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result calculation after quiz submission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Timer-based examination system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storage for student records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from any device with internet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System Architecture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89144" y="1429901"/>
            <a:ext cx="10764656" cy="47470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(Frontend)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HTML for page structure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CSS for design and responsiveness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for interactive elements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(Backend)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Java for processing quiz logic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result processing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(Database)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for storing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Student data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Quiz results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Project Modules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registration and login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– Admin Management 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Create and manage quiz questions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Quiz Module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Students attempt quizzes with timer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Evaluation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Automatic score calculation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Stores user details, questions, and results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Objectives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fully functional Secure Web-Based Online Quiz System using HTML, CSS, JavaScript, and Java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CO1–CO5 outcomes of FWD: semantic HTML, CSS styling, JavaScript programming, DOM manipulation, and event handling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Apply DSA concepts such as Arrays, Stack, and HashMap for storing quiz questions, answers, and user data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Build a multi-user system with secure student registration and login authentication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online quiz module with timer-based examinations and automatic answer submission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automatic result evaluation and score calculation after quiz completion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data storage using database management for questions, users, and results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b="1"/>
              <a:t>Co’s Attainments - FWD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68291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000" b="1"/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CO1 – HTML Structure</a:t>
            </a:r>
            <a:endParaRPr lang="en-US" sz="2000" b="1"/>
          </a:p>
          <a:p>
            <a:pPr lvl="1"/>
            <a:r>
              <a:rPr lang="en-US" sz="2000"/>
              <a:t>Created web pages using semantic HTML tags</a:t>
            </a:r>
            <a:endParaRPr lang="en-US" sz="2000"/>
          </a:p>
          <a:p>
            <a:pPr marL="457200" lvl="1" indent="0">
              <a:buNone/>
            </a:pPr>
            <a:r>
              <a:rPr lang="en-US" sz="2000" b="1"/>
              <a:t>2.    CO2 – CSS Styling</a:t>
            </a:r>
            <a:endParaRPr lang="en-US" sz="2000" b="1"/>
          </a:p>
          <a:p>
            <a:pPr lvl="1"/>
            <a:r>
              <a:rPr lang="en-US" sz="2000"/>
              <a:t>Designed responsive user interface</a:t>
            </a:r>
            <a:endParaRPr lang="en-US" sz="2000"/>
          </a:p>
          <a:p>
            <a:pPr marL="457200" lvl="1" indent="0">
              <a:buNone/>
            </a:pPr>
            <a:r>
              <a:rPr lang="en-US" sz="2000" b="1"/>
              <a:t>3.    CO3 – JavaScript Programming</a:t>
            </a:r>
            <a:endParaRPr lang="en-US" sz="2000" b="1"/>
          </a:p>
          <a:p>
            <a:pPr lvl="1"/>
            <a:r>
              <a:rPr lang="en-US" sz="2000"/>
              <a:t>Implemented quiz logic and timer</a:t>
            </a:r>
            <a:endParaRPr lang="en-US" sz="2000"/>
          </a:p>
          <a:p>
            <a:pPr marL="457200" lvl="1" indent="0">
              <a:buNone/>
            </a:pPr>
            <a:r>
              <a:rPr lang="en-US" sz="2000" b="1"/>
              <a:t>4.    CO4 – DOM Manipulation</a:t>
            </a:r>
            <a:endParaRPr lang="en-US" sz="2000" b="1"/>
          </a:p>
          <a:p>
            <a:pPr lvl="1"/>
            <a:r>
              <a:rPr lang="en-US" sz="2000"/>
              <a:t> Dynamic question display and form handling</a:t>
            </a:r>
            <a:endParaRPr lang="en-US" sz="2000"/>
          </a:p>
          <a:p>
            <a:pPr marL="457200" lvl="1" indent="0">
              <a:buNone/>
            </a:pPr>
            <a:r>
              <a:rPr lang="en-US" sz="2000" b="1"/>
              <a:t>5. CO5 – Web Storage &amp; APIs</a:t>
            </a:r>
            <a:endParaRPr lang="en-US" sz="2000" b="1"/>
          </a:p>
          <a:p>
            <a:pPr lvl="1"/>
            <a:r>
              <a:rPr lang="en-US" sz="2000"/>
              <a:t>Interaction between frontend and backend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Co’s Attainments - DSA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89188" y="1602105"/>
            <a:ext cx="10515600" cy="4351338"/>
          </a:xfrm>
        </p:spPr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CO1 – Arrays / Lists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Store quiz questions and answers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2.   CO2 – Stack Concept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Used for navigation between questions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3.   CO3 – HashMap / Key-Value Storage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Store user responses and results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4.   CO4 – Searching Algorithms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Retrieve questions from database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5.   CO5 – Complexity Analysis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handling of quiz data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9" name="Picture 8" descr="Screenshot 2026-03-12 084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371600"/>
            <a:ext cx="4323715" cy="2506980"/>
          </a:xfrm>
          <a:prstGeom prst="rect">
            <a:avLst/>
          </a:prstGeom>
        </p:spPr>
      </p:pic>
      <p:pic>
        <p:nvPicPr>
          <p:cNvPr id="11" name="Picture 10" descr="Screenshot 2026-03-12 0847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47800"/>
            <a:ext cx="6195695" cy="2243455"/>
          </a:xfrm>
          <a:prstGeom prst="rect">
            <a:avLst/>
          </a:prstGeom>
        </p:spPr>
      </p:pic>
      <p:sp>
        <p:nvSpPr>
          <p:cNvPr id="13" name="Title 12"/>
          <p:cNvSpPr/>
          <p:nvPr>
            <p:ph type="title"/>
          </p:nvPr>
        </p:nvSpPr>
        <p:spPr/>
        <p:txBody>
          <a:bodyPr/>
          <a:p>
            <a:r>
              <a:rPr lang="en-GB" altLang="en-US"/>
              <a:t>screenshots of DSA</a:t>
            </a:r>
            <a:endParaRPr lang="en-GB" altLang="en-US"/>
          </a:p>
        </p:txBody>
      </p:sp>
      <p:pic>
        <p:nvPicPr>
          <p:cNvPr id="14" name="Picture 13" descr="Screenshot 2026-03-12 0848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4267200"/>
            <a:ext cx="862584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Screenshots of DSA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9" name="Picture 8" descr="Screenshot 2026-03-12 0858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8800"/>
            <a:ext cx="4448810" cy="2454275"/>
          </a:xfrm>
          <a:prstGeom prst="rect">
            <a:avLst/>
          </a:prstGeom>
        </p:spPr>
      </p:pic>
      <p:pic>
        <p:nvPicPr>
          <p:cNvPr id="10" name="Picture 9" descr="Screenshot 2026-03-12 0850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352800"/>
            <a:ext cx="5404485" cy="2189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Conclusion</a:t>
            </a:r>
            <a:endParaRPr lang="en-US" b="1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Secure Web-Based Online Quiz System for conducting online examinations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Applied DSA concepts such as Arrays, Stack, and HashMap for storing quiz questions, answers, and results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Built a secure multi-user system with student registration, login authentication, and database storage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an online quiz interface with timer-based exams and automatic result evaluation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user-friendly dashboard for students and administrators to manage quizzes and view results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AI-based quiz analysis, cloud database integration, and mobile application support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implementation of web development and data structure concepts in an online examination system.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/>
          </a:p>
          <a:p>
            <a:pPr marL="0" indent="0" algn="ctr">
              <a:buNone/>
            </a:pPr>
            <a:endParaRPr lang="en-IN" sz="4400"/>
          </a:p>
          <a:p>
            <a:pPr marL="0" indent="0" algn="ctr">
              <a:buNone/>
            </a:pPr>
            <a:endParaRPr lang="en-IN" sz="4400"/>
          </a:p>
          <a:p>
            <a:pPr marL="0" indent="0" algn="ctr">
              <a:buNone/>
            </a:pPr>
            <a:r>
              <a:rPr lang="en-IN" sz="4400"/>
              <a:t>THANK YOU</a:t>
            </a:r>
            <a:endParaRPr lang="en-IN" sz="44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5428</Words>
  <Application>WPS Presentation</Application>
  <PresentationFormat>Widescreen</PresentationFormat>
  <Paragraphs>251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Google Sans</vt:lpstr>
      <vt:lpstr>AMGDT</vt:lpstr>
      <vt:lpstr>Arial</vt:lpstr>
      <vt:lpstr>Calibri</vt:lpstr>
      <vt:lpstr>Times New Roman</vt:lpstr>
      <vt:lpstr>Calibri Light</vt:lpstr>
      <vt:lpstr>Microsoft YaHei</vt:lpstr>
      <vt:lpstr>Arial Unicode MS</vt:lpstr>
      <vt:lpstr>Calibri</vt:lpstr>
      <vt:lpstr>Office Theme</vt:lpstr>
      <vt:lpstr>Custom Design</vt:lpstr>
      <vt:lpstr>INSTRUCTIONS</vt:lpstr>
      <vt:lpstr>Title: Secure Web Based Online Quiz System  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Bhavitha</cp:lastModifiedBy>
  <cp:revision>5</cp:revision>
  <dcterms:created xsi:type="dcterms:W3CDTF">2022-05-20T10:20:00Z</dcterms:created>
  <dcterms:modified xsi:type="dcterms:W3CDTF">2026-03-12T03:35:05Z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13B102B7EE2341CFA47F6E8CF3323AE0_13</vt:lpwstr>
  </property>
  <property fmtid="{D5CDD505-2E9C-101B-9397-08002B2CF9AE}" pid="3" name="KSOProductBuildVer">
    <vt:lpwstr>2057-12.2.0.23196</vt:lpwstr>
  </property>
</Properties>
</file>